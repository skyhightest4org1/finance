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4D8C-8394-FE33-A83A-7A6E71091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297C5-3F8D-15C1-C64B-40E829142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19E4E-8849-E53F-0B15-C932BE5A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84BE4-1C49-F0D7-5713-86E325C0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8E7B-B4CB-DF31-C83F-0326503D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0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D98B-D683-24E1-6803-91CFE401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76B9-1CA2-6570-915E-AE5B7F84B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02165-9F53-5C3D-BE58-AD487CE7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AC796-5667-32EC-1269-8324761B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184C-9812-C907-5026-85563375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1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6B2A-7BB9-A62B-8321-C6F4A15F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34E1C-3E25-984B-6B98-9D58FCB05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F55F6-7733-93F4-E436-E1759693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F9B8-C47F-75DB-92C7-88EC712B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C592-5AFB-D465-BB3C-3F64A8E9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4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AEEF-5C63-869F-FD8C-94E58D00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01BD-0136-5CFE-F32A-FCE95149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5A7FF-EBB5-685A-2523-5D32E0940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D2528-A6AC-9FC0-B9A5-1C6325BC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8FB51-8B39-D45D-5D99-30CF58BC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7580E-39FE-0F2F-4C9A-16EACE10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864C-23E0-F3C2-3AF8-9D9162CC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9FF78-3D8D-64F1-DA5B-25344344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4DF8E-DE16-4653-D516-AB334421D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DBE37-8FFF-326B-611B-ABCC255A4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3704C-4F84-D98A-F580-40D5A767A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29C72-54AE-DBE5-A763-F6C63AA3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A2DFB-0C0C-D9EF-ABC0-3EBD67DE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27AF4-5DD4-F7E2-F423-31DD0F55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F133-3623-76D6-15C9-536D85CA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C293A-AE26-1533-AB10-15273D5B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B2DBE-6672-B2E6-04AE-BC788536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747A5-9AF5-3A9D-7D40-184F7526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1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B1AFE-F344-8135-593E-A6C4C195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D6044-54CA-28E9-E4B7-57B8996B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7FDF-A301-DABC-DE6D-F35D1E4F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8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5D19-183A-8CCF-8ED3-0972B62D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B82D6-A74E-C6D6-239B-6E86D2323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8D0C8-C235-EE9D-B320-BE09F2928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A91A0-B5A3-D1C6-1280-F1B6F401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C5B20-0C87-9439-5636-3FBB95D7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5DF2C-2B41-5BD8-4354-A4EE5807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F1E8-0251-7BF2-1259-CD32D761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8C477-7B06-CFF3-B468-B1D2632E4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BA399-C7E7-E394-AB2B-9AFBD7B2C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BF680-8971-3035-EE4C-0DA70601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E590B-2A3D-3DAB-F187-B50BD881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518DC-811F-E3A6-82B6-14AAEF818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03B8-33EE-04F8-6670-ECF6583C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DD0DC-1213-D9AE-579C-63A5E2C6F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E7FE1-2BEB-0830-07E2-58B123BC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3FEF1-09CD-8B2A-0374-8F2C8F23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CFA8A-2079-380A-F22E-9B019637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0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C9866-DFEC-B673-CFA5-810C260D8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4A26C-2704-DF96-F08D-E181FD550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D715-E716-5D3D-9ECA-0165ACC7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8179-4900-967D-19A3-DDA9E126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AF12D-2F8B-F4B7-D57B-8A7879DF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6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488B3-D9EE-6DE9-BFB5-71ACAD7D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3F9F-4047-5B25-D513-4EE866DA9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718A4-543D-54C4-26B2-47A475713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6D828-54D0-3A4F-96B6-0922A756BF9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F9EE8-A585-9F7C-7337-CFBAC13E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D64-B697-D92C-3B91-E56429B61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C010A-DD07-764F-9C1E-DB24C21B2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7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62FC-1E6C-6668-0EE9-3FD671158E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Ppt89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8E286-C886-D629-FFBE-02481D2A4E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ppt89</a:t>
            </a:r>
          </a:p>
        </p:txBody>
      </p:sp>
    </p:spTree>
    <p:extLst>
      <p:ext uri="{BB962C8B-B14F-4D97-AF65-F5344CB8AC3E}">
        <p14:creationId xmlns:p14="http://schemas.microsoft.com/office/powerpoint/2010/main" val="241588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3899-5917-2FA1-1B2D-D2C046FE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3A084-2626-5257-44EA-FC20AE018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ppy1</a:t>
            </a:r>
          </a:p>
        </p:txBody>
      </p:sp>
    </p:spTree>
    <p:extLst>
      <p:ext uri="{BB962C8B-B14F-4D97-AF65-F5344CB8AC3E}">
        <p14:creationId xmlns:p14="http://schemas.microsoft.com/office/powerpoint/2010/main" val="3684945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650A-A75E-3362-7B12-19AE2039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D54F-4650-1E34-3261-DBC691BE8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ppt2</a:t>
            </a:r>
          </a:p>
        </p:txBody>
      </p:sp>
    </p:spTree>
    <p:extLst>
      <p:ext uri="{BB962C8B-B14F-4D97-AF65-F5344CB8AC3E}">
        <p14:creationId xmlns:p14="http://schemas.microsoft.com/office/powerpoint/2010/main" val="214808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4DED-CC05-D9D8-3CA5-6ED627CA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48800-B0E7-3360-10A7-8F6189D1E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ppt3</a:t>
            </a:r>
          </a:p>
        </p:txBody>
      </p:sp>
    </p:spTree>
    <p:extLst>
      <p:ext uri="{BB962C8B-B14F-4D97-AF65-F5344CB8AC3E}">
        <p14:creationId xmlns:p14="http://schemas.microsoft.com/office/powerpoint/2010/main" val="146393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AB42-8578-8037-3489-5A960B01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538E-1743-FE7F-01D3-55B022F10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ppt4</a:t>
            </a:r>
          </a:p>
        </p:txBody>
      </p:sp>
    </p:spTree>
    <p:extLst>
      <p:ext uri="{BB962C8B-B14F-4D97-AF65-F5344CB8AC3E}">
        <p14:creationId xmlns:p14="http://schemas.microsoft.com/office/powerpoint/2010/main" val="61203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Ppt89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Jonnagaddla [CW]</dc:creator>
  <cp:lastModifiedBy>Rajesh Jonnagaddla [CW]</cp:lastModifiedBy>
  <cp:revision>1</cp:revision>
  <dcterms:created xsi:type="dcterms:W3CDTF">2026-06-10T06:22:31Z</dcterms:created>
  <dcterms:modified xsi:type="dcterms:W3CDTF">2026-06-10T06:23:09Z</dcterms:modified>
</cp:coreProperties>
</file>