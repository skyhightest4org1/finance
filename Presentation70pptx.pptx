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697B-F4BD-E1A0-8F5C-3F39DE090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CA2250-BEC5-558C-09EB-762AF440C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FB561-8D2B-F185-330F-1B54EA25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0F89E-4E1F-F08D-8DC2-DF0732B7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19D12-91AC-98C7-6FE9-C57F47FC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8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5E61-8000-F6C8-F383-87C8A868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9FED-DD3F-D332-1562-08FBD2185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13B6E-F07D-8450-B2C2-F14A2E22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834A-6098-4773-9752-0CFE5D522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27B42-D0D9-63E1-9805-0EB8CAD8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3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50D2-43CC-9691-DEB4-6F9B698F5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DC9B5-ADE6-B244-56C2-87342BA46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98AD-421E-8F53-640F-E1B2E8256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24040-FFD6-8E54-D04C-3ED675D6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6D267-7784-00ED-171C-DB61BBD6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77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B318-AD33-ECDD-CE83-EA5CE136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6DA7-1A03-4FDB-6AA8-46721CEBA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AF051-EA69-3CF5-B2F1-FDE935034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A2567-9EBC-9507-F93E-44ECF13D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5735C-D71C-3EC6-92A6-02BE109B8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A1936-7724-6B1B-33E4-D26CA7C9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8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116C-0E95-8310-AD7E-C188ACB41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7594-CA0B-37FC-CB4B-54CE66177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CBEB8-D408-FB0E-D304-75A759BFC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5E962-3CEA-EC31-6147-7F03F935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CF3959-0791-A4F2-1191-FA7FDB133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3F41B-07ED-8EE2-C702-E9BF0E19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BD0951-3E51-4F94-8BC3-35BCB3E6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59232-7B52-4D0D-0EC1-42C8FDB9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A746-06EC-4399-C137-C09D1BE8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43CD6-DB16-889D-3C52-CB732C99B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22238-EB66-9FB5-7DB7-0BE70636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D7241-62B4-BE96-A06B-6265A266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04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51C08-D8AF-D0B0-D295-F7BBA588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6DC4A-A653-E503-3992-10B6F215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E4BE8-8D09-6550-A09D-0BD73CD4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1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9BE6-DBC3-8EDF-4B32-3C6E17A7D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B5403-8D45-8C7D-BD8C-455B2A842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0750D-0E44-F77E-861A-C7DB75242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36B45-5EFF-B45D-A735-A47E0A8C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4B86C-E2C0-14A6-61F7-9834CBBE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8F96F-D6E5-5047-F1EC-05A8435F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AC6B-A8FE-DAF0-03B4-92A33A1E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212D40-5F37-90A2-8E46-204619766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212DA-91FD-8367-CC7E-EE68A3C53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FEC6A-1F40-E9DE-6361-BB683AF2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03795-2B04-579A-B999-9DE1D8A4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3C148-2047-5A83-6BB1-2464C50F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0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9396-414E-4DA3-F6CC-F957BB048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F2988-3427-948B-68E5-0C02E8573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F77CF-4072-B7EE-2528-69DD23B4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6F2E9-4B07-73D9-C99F-6BA4B766B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31A74-A5F8-BFF3-9FB9-116EEF94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76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FA6CA-BEF0-DAAC-A493-EB222CEA5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DCFED-B8E3-52EF-8BFE-F347DC5D3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AAA5F-0886-DD20-20C1-224E09E0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C8D7B-B625-6A1C-9C87-D26FB8D6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347DB-2F38-215F-719D-A0198450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6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FB7331-9FF9-0B5E-A947-84B341FB2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D3336-3E4F-2E56-4BBF-4FC4DB9FB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F99AC-0D24-7B74-417C-DCA365BB3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97B63-4192-0441-BAC2-D06F37F11B90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38FEA-B46B-9961-F559-102D95D22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B25B6-6CAB-65F2-1982-C86ABD36B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3CA6B-6D7D-F54F-B697-8E1705102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3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438F2-0EA5-7D6D-7F08-FA671F5196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Atlassin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AC3EB-1F96-6FF8-89D4-17808EC57B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Main Data</a:t>
            </a:r>
          </a:p>
        </p:txBody>
      </p:sp>
    </p:spTree>
    <p:extLst>
      <p:ext uri="{BB962C8B-B14F-4D97-AF65-F5344CB8AC3E}">
        <p14:creationId xmlns:p14="http://schemas.microsoft.com/office/powerpoint/2010/main" val="2892354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2254E-1AA1-8C8C-57E9-6C114199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56951-6D13-B45A-3EA3-B47724A72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1</a:t>
            </a:r>
          </a:p>
          <a:p>
            <a:r>
              <a:rPr lang="en-US"/>
              <a:t>Data2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88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Atlassin</vt:lpstr>
      <vt:lpstr>Sub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Jonnagaddla [CW]</dc:creator>
  <cp:lastModifiedBy>Rajesh Jonnagaddla [CW]</cp:lastModifiedBy>
  <cp:revision>1</cp:revision>
  <dcterms:created xsi:type="dcterms:W3CDTF">2026-06-01T16:02:08Z</dcterms:created>
  <dcterms:modified xsi:type="dcterms:W3CDTF">2026-06-01T16:03:12Z</dcterms:modified>
</cp:coreProperties>
</file>